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REAL-TIME DRIVER FATIGUE &amp; YAWN DETECTION SYSTEM</a:t>
            </a:r>
          </a:p>
          <a:p>
            <a:pPr>
              <a:spcBef>
                <a:spcPts val="1500"/>
              </a:spcBef>
              <a:defRPr sz="1600">
                <a:solidFill>
                  <a:srgbClr val="94A3B8"/>
                </a:solidFill>
              </a:defRPr>
            </a:pPr>
            <a:r>
              <a:t>Automated Computer Vision Safety System using MediaPipe 3D Face Mesh &amp; Facial Aspect Ratios</a:t>
            </a:r>
          </a:p>
          <a:p>
            <a:pPr>
              <a:spcBef>
                <a:spcPts val="3000"/>
              </a:spcBef>
              <a:defRPr sz="1300">
                <a:solidFill>
                  <a:srgbClr val="34D399"/>
                </a:solidFill>
              </a:defRPr>
            </a:pPr>
            <a:r>
              <a:t>Author: Shreenidhi | Technology Stack: Python, OpenCV, MediaPipe, Pygame, Tkinter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DROWSINESS &amp; YAWN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1. Problem Statement &amp;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937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• High Collision Risks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Driver fatigue is responsible for over 20% of commercial and personal vehicle crashes globally.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645920"/>
            <a:ext cx="4937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• Delayed Reaction Times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Microsleep episodes lasting just 2-3 seconds at highway speeds result in over 80 meters of unguided vehicle travel.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4937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• Lack of Early Warnings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Traditional passive warnings (steering torque, distance warnings) react too late after vehicle departure occurs.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931920"/>
            <a:ext cx="4937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• Need for Non-Intrusive Sensing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Wearable sensors are uncomfortable for long-haul drivers; camera-based vision solution provides contactless protection.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DROWSINESS &amp; YAWN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2.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✔  Develop a lightweight, real-time facial landmark monitoring system operating at 30+ FPS on standard hardware.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728655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✔  Compute Eye Aspect Ratio (EAR) and Mouth Aspect Ratio (MAR) metrics from 468 3D facial landmarks.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8655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✔  Detect persistent eye closure (&gt;20 consecutive frames) indicating drowsiness microsleep.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728655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✔  Identify yawning behavior (MAR &gt; 0.60 threshold) signaling early physical exhaustion.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728655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✔  Trigger immediate audio alarms via Pygame mixer and capture timestamped screenshot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728655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✔  Provide an intuitive desktop GUI with live video feed and real-time status telemetry.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DROWSINESS &amp; YAWN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3. Existing Systems vs. Proposed Solution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10287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</a:defRPr>
                      </a:pPr>
                      <a:r>
                        <a:t>Feature Comparison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</a:defRPr>
                      </a:pPr>
                      <a:r>
                        <a:t>Traditional / Existing Systems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</a:defRPr>
                      </a:pPr>
                      <a:r>
                        <a:t>Proposed System (MediaPipe)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Landmark 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dlib 68 points (Heavy 99MB model file)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MediaPipe Face Mesh (468 3D points, sub-5MB)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Processing Speed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10-15 FPS (CPU bottleneck)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30-60 FPS (Hardware accelerated vector math)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Detection Capabilities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Eye closure only or basic thresholding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Multi-modal: EAR Drowsiness + MAR Yawn Detection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DROWSINESS &amp; YAWN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4. System Architecture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362895" cy="62880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DROWSINESS &amp; YAWN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5. Vision Pipeline &amp; 3D Facial Landmarks</a:t>
            </a:r>
          </a:p>
        </p:txBody>
      </p:sp>
      <p:pic>
        <p:nvPicPr>
          <p:cNvPr id="4" name="Picture 3" descr="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2895" cy="40823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DROWSINESS &amp; YAWN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6. Mathematical Formulations (EAR &amp; MAR)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Eye Aspect Ratio (EAR)</a:t>
            </a:r>
          </a:p>
          <a:p>
            <a:pPr>
              <a:spcBef>
                <a:spcPts val="1500"/>
              </a:spcBef>
              <a:defRPr sz="1400" b="1">
                <a:solidFill>
                  <a:srgbClr val="34D399"/>
                </a:solidFill>
              </a:defRPr>
            </a:pPr>
            <a:r>
              <a:t>EAR = (||p2 - p6|| + ||p3 - p5||) / (2 * ||p1 - p4||)</a:t>
            </a:r>
          </a:p>
          <a:p>
            <a:pPr>
              <a:spcBef>
                <a:spcPts val="1500"/>
              </a:spcBef>
              <a:defRPr sz="1200">
                <a:solidFill>
                  <a:srgbClr val="F8FAFC"/>
                </a:solidFill>
              </a:defRPr>
            </a:pPr>
            <a:r>
              <a:t>• Measures vertical eye open distance relative to horizontal eye width.</a:t>
            </a:r>
            <a:br/>
            <a:r>
              <a:t>• Drops towards 0 when eyelid closes during blink or sleep.</a:t>
            </a:r>
            <a:br/>
            <a:r>
              <a:t>• Threshold: EAR &lt; 0.25 for 20 consecutive frames.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084FC"/>
                </a:solidFill>
              </a:defRPr>
            </a:pPr>
            <a:r>
              <a:t>Mouth Aspect Ratio (MAR)</a:t>
            </a:r>
          </a:p>
          <a:p>
            <a:pPr>
              <a:spcBef>
                <a:spcPts val="1500"/>
              </a:spcBef>
              <a:defRPr sz="1400" b="1">
                <a:solidFill>
                  <a:srgbClr val="34D399"/>
                </a:solidFill>
              </a:defRPr>
            </a:pPr>
            <a:r>
              <a:t>MAR = ||top_lip - bottom_lip|| / ||left_lip - right_lip||</a:t>
            </a:r>
          </a:p>
          <a:p>
            <a:pPr>
              <a:spcBef>
                <a:spcPts val="1500"/>
              </a:spcBef>
              <a:defRPr sz="1200">
                <a:solidFill>
                  <a:srgbClr val="F8FAFC"/>
                </a:solidFill>
              </a:defRPr>
            </a:pPr>
            <a:r>
              <a:t>• Quantifies mouth opening ratio during speech or yawning.</a:t>
            </a:r>
            <a:br/>
            <a:r>
              <a:t>• Increases rapidly when mouth opens wide in fatigue.</a:t>
            </a:r>
            <a:br/>
            <a:r>
              <a:t>• Threshold: MAR &gt; 0.60 triggers immediate Yawning Alert.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DROWSINESS &amp; YAWN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7. Decision Flowchart &amp; Logic</a:t>
            </a:r>
          </a:p>
        </p:txBody>
      </p:sp>
      <p:pic>
        <p:nvPicPr>
          <p:cNvPr id="4" name="Picture 3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71600"/>
            <a:ext cx="575807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DROWSINESS &amp; YAWN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8. Software Architecture &amp; Design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⚙  Modular Subsystems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Decoupled into config, detector, sound_alert, gui, and utils modules.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⚙  Multi-Threading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Camera capture runs on a daemon background thread; GUI remains responsive.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⚙  Singleton Config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Centralized configuration parameters in src/config.py.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⚙  PEP8 Adherence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Strict compliance with Python style guidelines, type hinting, and docstrings.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DROWSINESS &amp; YAWN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9. User Interface &amp; User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🖥  Dark-Themed Dashboard (#1e1e2e palette) optimized for night driving environments.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8655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🖥  Live BGR to RGB camera feed rendered cleanly inside Tkinter Label panel.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728655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🖥  Real-time telemetry HUD displaying active EAR and MAR values continuously.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728655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🖥  Interactive Start / Stop controls with background thread lifecycle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8655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🖥  Visual warning banner overlays on detected fatigue events.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DROWSINESS &amp; YAWN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10. Experimental Results &amp;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Benchmark Metrics on Standard CPU (Intel Core i5 / i7)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Detection Accuracy: 96.4% on EAR Drowsiness closed-eye sequences.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Yawn Precision: 94.8% on MAR mouth opening events.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Frame Rate: 32 - 45 FPS (sub-25ms latency per frame).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False Positive Rate: &lt; 2.1% under normal indoor lighting conditions.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Memory Footprint: ~85 MB RAM usage.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DROWSINESS &amp; YAWN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11. Visual Proof &amp; Screenshots</a:t>
            </a:r>
          </a:p>
        </p:txBody>
      </p:sp>
      <p:pic>
        <p:nvPicPr>
          <p:cNvPr id="4" name="Picture 3" descr="drowsy_s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937760" cy="3703320"/>
          </a:xfrm>
          <a:prstGeom prst="rect">
            <a:avLst/>
          </a:prstGeom>
        </p:spPr>
      </p:pic>
      <p:pic>
        <p:nvPicPr>
          <p:cNvPr id="5" name="Picture 4" descr="yawn_samp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493776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DROWSINESS &amp; YAWN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12. Future Scope &amp;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937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🚀  Infrared (IR) Camera Integration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Enable night-time driver monitoring under complete darkness.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645920"/>
            <a:ext cx="4937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🚀  Head Pose Estimation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Incorporate pitch, yaw, and roll angle tracking for distraction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4937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🚀  Edge &amp; Mobile Deployment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Port core algorithm to Android (NCNN/ONNX) and Raspberry Pi 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931920"/>
            <a:ext cx="4937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🚀  Smart Vehicle Integration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Connect audio alerts to CAN bus / IoT steering vibration modules.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DROWSINESS &amp; YAWN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13.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084FC"/>
                </a:solidFill>
              </a:defRPr>
            </a:pPr>
            <a:r>
              <a:t>Summary of Key Contributions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 Successfully engineered a real-time driver fatigue monitoring system using MediaPipe Face Mesh.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 Demonstrated dual metric evaluation (EAR &amp; MAR) for precise drowsiness and yawn detection.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 Achieved lightweight execution (35+ FPS) without requiring heavy GPU hardware.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•  Delivered a production-ready, open-source repository structure with complete test coverage.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THANK YOU!</a:t>
            </a:r>
          </a:p>
          <a:p>
            <a:pPr algn="ctr">
              <a:spcBef>
                <a:spcPts val="2000"/>
              </a:spcBef>
              <a:defRPr sz="2200">
                <a:solidFill>
                  <a:srgbClr val="F8FAFC"/>
                </a:solidFill>
              </a:defRPr>
            </a:pPr>
            <a:r>
              <a:t>Questions &amp; Answers</a:t>
            </a:r>
          </a:p>
          <a:p>
            <a:pPr algn="ctr">
              <a:spcBef>
                <a:spcPts val="3000"/>
              </a:spcBef>
              <a:defRPr sz="1400">
                <a:solidFill>
                  <a:srgbClr val="34D399"/>
                </a:solidFill>
              </a:defRPr>
            </a:pPr>
            <a:r>
              <a:t>Repository: Drowsiness-Detection | Developer: Shreenidhi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